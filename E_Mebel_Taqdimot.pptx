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E-Mebel CRM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Mebel ishlab chiqarishni avtomatlashtirish va mijozlar bilan ishlash tizimi</a:t>
            </a:r>
          </a:p>
          <a:p/>
          <a:p>
            <a:r>
              <a:t>Taqdimot</a:t>
            </a:r>
          </a:p>
        </p:txBody>
      </p:sp>
      <p:pic>
        <p:nvPicPr>
          <p:cNvPr id="4" name="Picture 3" descr="logo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57200"/>
            <a:ext cx="5163349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Loyiha maqsadi va afzalliklari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E-Mebel CRM tizimi quyidagi asosiy muammolarni hal qiladi:</a:t>
            </a:r>
          </a:p>
          <a:p>
            <a:pPr lvl="1"/>
            <a:r>
              <a:t>Mijozlar buyurtmalarini boshqarishni to'liq raqamlashtirish</a:t>
            </a:r>
          </a:p>
          <a:p>
            <a:pPr lvl="1"/>
            <a:r>
              <a:t>Omborxona va xomashyo hisobini aniq yuritish</a:t>
            </a:r>
          </a:p>
          <a:p>
            <a:pPr lvl="1"/>
            <a:r>
              <a:t>Moliya va to'lovlarni nazorat qilish (qarzlar, to'lovlar, xarajatlar)</a:t>
            </a:r>
          </a:p>
          <a:p>
            <a:pPr lvl="1"/>
            <a:r>
              <a:t>Xodimlarning ruxsatlarini boshqarish (Admin, Menejer, Omborchi, Kassir)</a:t>
            </a:r>
          </a:p>
        </p:txBody>
      </p:sp>
      <p:pic>
        <p:nvPicPr>
          <p:cNvPr id="4" name="Picture 3" descr="logo_yozu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"/>
            <a:ext cx="106552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Asosiy bo'limlar va Modullar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Analitika (Dashboard): Barcha muhim ko'rsatkichlar bitta ekranda</a:t>
            </a:r>
          </a:p>
          <a:p>
            <a:pPr/>
            <a:r>
              <a:t>Buyurtmalar: Yangi buyurtma qo'shish, statusni o'zgartirish va PDF shartnoma yuklab olish</a:t>
            </a:r>
          </a:p>
          <a:p>
            <a:pPr/>
            <a:r>
              <a:t>Mijozlar Portali: Mijozlar o'z akkauntlariga kirib qarzlarini va buyurtma holatini kuzatishi</a:t>
            </a:r>
          </a:p>
          <a:p>
            <a:pPr/>
            <a:r>
              <a:t>Ombor: Xomashyo va tayyor mahsulotlarni nazorat qilish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06734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Telegram Bot va Avtomatlashtirish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Telegram Bot orqali tizimga kirish:</a:t>
            </a:r>
          </a:p>
          <a:p>
            <a:pPr lvl="1"/>
            <a:r>
              <a:t>Xodimlar o'z rollariga mos keluvchi tugmalar va bildirishnomalar oladi</a:t>
            </a:r>
          </a:p>
          <a:p>
            <a:pPr lvl="1"/>
            <a:r>
              <a:t>Mijozlarga buyurtma holati o'zgarganda avtomatik bot orqali xabar yuboriladi</a:t>
            </a:r>
          </a:p>
          <a:p>
            <a:pPr lvl="1"/>
            <a:r>
              <a:t>Xavfsizlik: Ro'yxatdan o'tmagan foydalanuvchilar ma'lumotlarni ko'rolmaydi</a:t>
            </a:r>
          </a:p>
        </p:txBody>
      </p:sp>
      <p:pic>
        <p:nvPicPr>
          <p:cNvPr id="4" name="Picture 3" descr="logo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0"/>
            <a:ext cx="3872511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Tizim arxitekturasi va jarayonlar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Menejer mijozni va buyurtmani CRM ga kiritadi</a:t>
            </a:r>
          </a:p>
          <a:p>
            <a:pPr/>
            <a:r>
              <a:t>2. Tizim avtomatik ravishda PDF formatida rasmiy shartnoma generatsiya qiladi</a:t>
            </a:r>
          </a:p>
          <a:p>
            <a:pPr/>
            <a:r>
              <a:t>3. Ishlab chiqarish va Ombor bo'limi buyurtma bo'yicha ishlarni boshlaydi</a:t>
            </a:r>
          </a:p>
          <a:p>
            <a:pPr/>
            <a:r>
              <a:t>4. Mijoz o'z portali yoki Telegram bot orqali barcha qadamlarni ko'rib boradi</a:t>
            </a:r>
          </a:p>
          <a:p>
            <a:pPr/>
            <a:r>
              <a:t>5. Rahbariyat Dashboard (Analitika) orqali kirm-chiqimlarni va foydani nazorat qiladi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